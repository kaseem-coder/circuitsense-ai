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Overlock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lock-regular.fntdata"/><Relationship Id="rId14" Type="http://schemas.openxmlformats.org/officeDocument/2006/relationships/slide" Target="slides/slide10.xml"/><Relationship Id="rId17" Type="http://schemas.openxmlformats.org/officeDocument/2006/relationships/font" Target="fonts/Overlock-italic.fntdata"/><Relationship Id="rId16" Type="http://schemas.openxmlformats.org/officeDocument/2006/relationships/font" Target="fonts/Overloc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Overlock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14775" y="2131050"/>
            <a:ext cx="5808300" cy="5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RV College of Engineering</a:t>
            </a: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_</a:t>
            </a: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CircuitPulse</a:t>
            </a:r>
            <a:endParaRPr b="1" sz="4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>
                <a:solidFill>
                  <a:srgbClr val="E81B25"/>
                </a:solidFill>
                <a:highlight>
                  <a:schemeClr val="dk1"/>
                </a:highlight>
              </a:rPr>
              <a:t>See the circuit</a:t>
            </a:r>
            <a:endParaRPr b="1" sz="2700">
              <a:solidFill>
                <a:srgbClr val="E81B25"/>
              </a:solidFill>
              <a:highlight>
                <a:schemeClr val="dk1"/>
              </a:highlight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700">
                <a:solidFill>
                  <a:srgbClr val="E81B25"/>
                </a:solidFill>
                <a:highlight>
                  <a:schemeClr val="dk1"/>
                </a:highlight>
              </a:rPr>
              <a:t>Stop the damage</a:t>
            </a:r>
            <a:endParaRPr b="1" sz="2700">
              <a:solidFill>
                <a:srgbClr val="E81B25"/>
              </a:solidFill>
              <a:highlight>
                <a:schemeClr val="dk1"/>
              </a:highlight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81B2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Kaseem Khan Pathan</a:t>
            </a:r>
            <a:b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</a:br>
            <a:endParaRPr b="1" i="0" sz="4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25" y="732200"/>
            <a:ext cx="10577075" cy="590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75" y="280975"/>
            <a:ext cx="11315526" cy="629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00" y="331950"/>
            <a:ext cx="11198775" cy="604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750"/>
            <a:ext cx="11561800" cy="60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usage( model, APIs, Framework)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Flow( simple)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it real, not generic</a:t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75" y="196775"/>
            <a:ext cx="11413675" cy="62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6575"/>
            <a:ext cx="11987051" cy="5723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752"/>
            <a:ext cx="11593676" cy="6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752"/>
            <a:ext cx="11754476" cy="35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752"/>
            <a:ext cx="11956025" cy="598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